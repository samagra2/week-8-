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Business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Perform end-to-end business analysis</a:t>
            </a:r>
          </a:p>
          <a:p>
            <a:r>
              <a:t>• Extract insights from real-world datasets</a:t>
            </a:r>
          </a:p>
          <a:p>
            <a:r>
              <a:t>• Provide actionable business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factors influencing house prices</a:t>
            </a:r>
          </a:p>
          <a:p>
            <a:r>
              <a:t>• Understand customer churn behavior</a:t>
            </a:r>
          </a:p>
          <a:p>
            <a:r>
              <a:t>• Analyze regional and temporal sales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House Prices Dataset</a:t>
            </a:r>
          </a:p>
          <a:p>
            <a:r>
              <a:t>• Customer Churn Dataset</a:t>
            </a:r>
          </a:p>
          <a:p>
            <a:r>
              <a:t>• Sales Dataset</a:t>
            </a:r>
          </a:p>
          <a:p/>
          <a:p>
            <a:r>
              <a:t>Total Records Analyzed: 900+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Price Distribution</a:t>
            </a:r>
          </a:p>
        </p:txBody>
      </p:sp>
      <p:pic>
        <p:nvPicPr>
          <p:cNvPr id="3" name="Picture 2" descr="ec56bfb1-7124-48ca-884c-609e860cf6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0605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House prices are right-skewed, indicating a higher concentration of mid-range properties.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 vs Price Relationship</a:t>
            </a:r>
          </a:p>
        </p:txBody>
      </p:sp>
      <p:pic>
        <p:nvPicPr>
          <p:cNvPr id="3" name="Picture 2" descr="df8079de-0a26-4d8b-bf03-54a02acdd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22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strong positive relationship exists between property area and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Distribution</a:t>
            </a:r>
          </a:p>
        </p:txBody>
      </p:sp>
      <p:pic>
        <p:nvPicPr>
          <p:cNvPr id="3" name="Picture 2" descr="0a0c66ea-e141-4b35-9c37-6a1831d94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0858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smaller proportion of customers churn, but they represent significant revenue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Charges vs Churn</a:t>
            </a:r>
          </a:p>
        </p:txBody>
      </p:sp>
      <p:pic>
        <p:nvPicPr>
          <p:cNvPr id="3" name="Picture 2" descr="24cbdbc5-3348-4c9f-948c-99679cca9e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99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Higher monthly charges are associated with increased churn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Sales by Region</a:t>
            </a:r>
          </a:p>
        </p:txBody>
      </p:sp>
      <p:pic>
        <p:nvPicPr>
          <p:cNvPr id="3" name="Picture 2" descr="876e61dc-d645-4a7b-9485-8606ac23a2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226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performance varies significantly across regions.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Over Time</a:t>
            </a:r>
          </a:p>
        </p:txBody>
      </p:sp>
      <p:pic>
        <p:nvPicPr>
          <p:cNvPr id="3" name="Picture 2" descr="08f9817c-4e02-4eee-a2f4-3d17461047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809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show fluctuations and periodic spikes, indicating seasonality.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pic>
        <p:nvPicPr>
          <p:cNvPr id="3" name="Picture 2" descr="1ecb9fe0-383c-4bab-b801-2fdf4bd5ed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751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Area strongly influences house prices</a:t>
            </a:r>
          </a:p>
          <a:p>
            <a:r>
              <a:t>• Target high-risk churn customers</a:t>
            </a:r>
          </a:p>
          <a:p>
            <a:r>
              <a:t>• Replicate best regional sales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